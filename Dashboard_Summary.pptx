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362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D97D30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Revenue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Camping Equipment · Mountaineering Equipment · Outdoor Protection — via chiclet slicer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1828800" cy="0"/>
          </a:xfrm>
          <a:prstGeom prst="line">
            <a:avLst/>
          </a:prstGeom>
          <a:noFill/>
          <a:ln w="25400">
            <a:solidFill>
              <a:srgbClr val="D97D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Filterable by Year &amp; Category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Three Categories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1168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chiclet slicer switches every visual between Camping Equipment, Mountaineering Equipment, and Outdoor Protection.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88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Filterable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by Year and Category chiclet to move from company-wide down to a single product.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931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Fast Answers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9768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monthly trend, top products, and retailer breakdowns refresh instantly per category.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210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CHICLET SLICER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21040" y="17373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7EFD9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Camping Equipment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321040" y="28803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7EFD9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2880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Mountaineering Equipment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321040" y="40233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4023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Outdoor Protection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21040" y="5212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view: Outdoor Protection selected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E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spans three categories, many products, retailer cities, and channels — making it hard to see where revenue and profit are actually concentrated in each 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79192"/>
            <a:ext cx="128016" cy="128016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revenue growing or shrinking by category, and is it seasonal?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64992"/>
            <a:ext cx="128016" cy="128016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actually drive revenue and profit in each category?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050792"/>
            <a:ext cx="128016" cy="128016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customers buying proactively or urgently?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28016" cy="128016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63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retailer cities &amp; channels deserve more investment?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category and channel decisions made without clear visibility into where revenue is really coming from.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Revenue, COGS, Profit &amp; Margin per category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18105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 per category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20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5643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monthly revenue seasonality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5040" y="3291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520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345643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revenue by purchase urgency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166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10235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retailer cities &amp; channel types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49377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7EFD9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5166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510235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one slicer-driven, self-service view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607040" cy="1280160"/>
          </a:xfrm>
          <a:prstGeom prst="roundRect">
            <a:avLst>
              <a:gd name="adj" fmla="val 7143"/>
            </a:avLst>
          </a:prstGeom>
          <a:solidFill>
            <a:srgbClr val="E7EFD9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938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/ Orders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39572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Category, Revenue, COGS, Profit, Month, Year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0607040" cy="1280160"/>
          </a:xfrm>
          <a:prstGeom prst="roundRect">
            <a:avLst>
              <a:gd name="adj" fmla="val 7143"/>
            </a:avLst>
          </a:prstGeom>
          <a:solidFill>
            <a:srgbClr val="E7EFD9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6118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34930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City, Retailer Type, Revenue, Profit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0607040" cy="1280160"/>
          </a:xfrm>
          <a:prstGeom prst="roundRect">
            <a:avLst>
              <a:gd name="adj" fmla="val 7143"/>
            </a:avLst>
          </a:prstGeom>
          <a:solidFill>
            <a:srgbClr val="E7EFD9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1663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5047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Context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550468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Flag (Urgent / Not Urgent), Revenue by Urgency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 ·  OUTDOOR PROTECTION CHICLET SELECTED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Revenue Performance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34706" y="1344168"/>
            <a:ext cx="9322283" cy="5038344"/>
          </a:xfrm>
          <a:prstGeom prst="roundRect">
            <a:avLst>
              <a:gd name="adj" fmla="val 108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outputs/outdoor_screenshots/revenue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858" y="1417320"/>
            <a:ext cx="9175979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different chiclet (Camping / Mountaineering) and every visual updates for that category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for the Outdoor Protection chiclet — figures update per category selected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7EF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688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$7.51M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7EFD9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4688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$2.86M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4688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5508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24688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61.91%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8972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&amp;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using the Outdoor Protection chiclet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7EFD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146304" cy="146304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29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leads at $0.74M, declining to $0.49M by Sept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7EFD9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11680"/>
            <a:ext cx="146304" cy="146304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929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20840" y="23317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item hits $1.75M — 2x the #2 product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7E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429000"/>
            <a:ext cx="146304" cy="146304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3467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planned?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1560" y="37490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65.6% non-urgent ($4.93M) vs 34.4% urgent ($2.58M)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7EFD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3429000"/>
            <a:ext cx="146304" cy="146304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3467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retailer city?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37490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Calgary leads: $259K revenue, $165K profit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7EFD9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846320"/>
            <a:ext cx="146304" cy="146304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7640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51560" y="51663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Store leads at $2.25M revenue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365760" cy="365760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78308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61.91% margin shows strong pricing power in this category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273552"/>
            <a:ext cx="365760" cy="365760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953512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seasonality — revenue peaks in July, fades by September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443984"/>
            <a:ext cx="365760" cy="365760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123944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carries outsized weight — a concentration risk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294376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5614416"/>
            <a:ext cx="365760" cy="365760"/>
          </a:xfrm>
          <a:prstGeom prst="ellipse">
            <a:avLst/>
          </a:prstGeom>
          <a:solidFill>
            <a:srgbClr val="D97D30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5294376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~66% of revenue is planned, not emergency, purchasing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7EFD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D3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 &amp; promotions ahead of the July peak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7EFD9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88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D30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62432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beyond the top SKU with mid-tier product pushes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7E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21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D3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557016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early-bird offers to pull forward planned purchases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7EFD9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6542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D30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654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489704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investment in Calgary &amp; Beijing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22392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7EFD9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5869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D3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586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422392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Direct Marketing, Outdoors Shop &amp; Sports Store channels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Performance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comparison as more data arrives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7373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03720" y="182880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for the seasonal revenue dip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27832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3319272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comparison in one 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227832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227832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3319272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breakdown by product &amp; retailer 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18304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4809744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loyalty &amp; repeat purchase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718304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718304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4809744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scheduled data refresh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Microsoft Office PowerPoint</Application>
  <PresentationFormat>Widescreen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Abdulsalam Khadijat</cp:lastModifiedBy>
  <cp:revision>1</cp:revision>
  <dcterms:created xsi:type="dcterms:W3CDTF">2026-08-08T23:28:29Z</dcterms:created>
  <dcterms:modified xsi:type="dcterms:W3CDTF">2026-08-09T00:15:35Z</dcterms:modified>
</cp:coreProperties>
</file>